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K_HELIX</a:t>
            </a:r>
          </a:p>
          <a:p>
            <a:r>
              <a:t>Tier: TIER_5_WORLD_NEURO_EMBODIED</a:t>
            </a:r>
          </a:p>
          <a:p>
            <a:r>
              <a:t>Identity: Upstream leezythu/Awesome-Harness-Self-Improvement @ 452c48296e09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leezythu/Awesome-Harness-Self-Improvement |</a:t>
            </a:r>
          </a:p>
          <a:p>
            <a:r>
              <a:t>| Commit | 452c48296e09f3737b95ae0f62ee157d94cf1086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0.19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K_HELIX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